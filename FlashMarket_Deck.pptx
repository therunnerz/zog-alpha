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0000"/>
                </a:solidFill>
              </a:rPr>
              <a:t>FlashMarket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Autonomous Social Prediction Agents on TRON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🚨 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Web3 prediction markets have too much UX friction.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Users see breaking news on Web2 social media (Twitter/X).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Participating requires leaving the app, connecting wallets, and navigating complex UIs.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By the time they place a bet, the opportunity to act on early sentiment is gone.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⚡ The Solution: FlashMarket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We remove the UI completely by turning social actions into on-chain triggers.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Users simply 'Like' or 'Retweet' specific posts on social media.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Our AI 'Sentinel' Agents autonomously monitor and detect this sentiment in real-time.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The Agent securely executes a TRX prediction transaction directly on the TRON blockchain.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🛠 Technical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Web2 Agent Engine: TypeScript, NodeJS, and Social Data APIs monitor consensus.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Web3 Bridge: TronWeb SDK acts as the highly secure transaction signer.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On-Chain Smart Contract: Custom Solidity 0.8.6 escrow optimized for the TRON Virtual Machine.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Security: Contract features built-in division-by-zero protection and uses safe low-level call routing.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🏆 Proof of Execution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Fully functional end-to-end TRON Network Testnet Execution: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8800"/>
                </a:solidFill>
              </a:rPr>
              <a:t>Terminal agents successfully mapped social actions to on-chain balances.</a:t>
            </a:r>
            <a:pPr indent="0" marL="0">
              <a:buNone/>
            </a:pPr>
            <a:r>
              <a:rPr lang="en-US" sz="1800" dirty="0">
                <a:solidFill>
                  <a:srgbClr val="008800"/>
                </a:solidFill>
              </a:rPr>
              <a:t>Empty payout pools successfully triggered protective reverting.</a:t>
            </a:r>
            <a:pPr indent="0" marL="0">
              <a:buNone/>
            </a:pPr>
            <a:r>
              <a:rPr lang="en-US" sz="1800" dirty="0">
                <a:solidFill>
                  <a:srgbClr val="008800"/>
                </a:solidFill>
              </a:rPr>
              <a:t>Final Oracle Resolution correctly distributed the 5 TRX prize pool.</a:t>
            </a:r>
            <a:pPr indent="0" marL="0">
              <a:buNone/>
            </a:pPr>
            <a:r>
              <a:rPr lang="en-US" sz="1800" dirty="0">
                <a:solidFill>
                  <a:srgbClr val="008800"/>
                </a:solidFill>
              </a:rPr>
              <a:t>Verified Tx Hash: 5e4670557991bacd617a6740ec2789e60f95137408f1451153d00af004f2834b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</a:rPr>
              <a:t>🚀 What's Next?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Mainnet Deployment: Bringing FlashMarket to TRON mainnet.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Platform Expansion: Sentinel agents for Discord, Telegram, and Farcaster.</a:t>
            </a:r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NLP Integration: Letting users simply reply 'Bet 100 TRX on YES' to seamlessly execute trades.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2026-07-04T17:43:51Z</dcterms:created>
  <dcterms:modified xsi:type="dcterms:W3CDTF">2026-07-04T17:43:51Z</dcterms:modified>
</cp:coreProperties>
</file>